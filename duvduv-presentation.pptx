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 Black"/>
              </a:rPr>
              <a:t>duvduv</a:t>
            </a:r>
          </a:p>
        </p:txBody>
      </p:sp>
      <p:sp>
        <p:nvSpPr>
          <p:cNvPr id="4" name="Oval 3"/>
          <p:cNvSpPr/>
          <p:nvPr/>
        </p:nvSpPr>
        <p:spPr>
          <a:xfrm>
            <a:off x="2331720" y="2834640"/>
            <a:ext cx="201168" cy="201168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2004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Shaharlar Yaqin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Yuk va yo'lovchi topish ilovasi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097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ABEE"/>
                </a:solidFill>
                <a:latin typeface="Calibri"/>
              </a:rPr>
              <a:t>Nima?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5087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O'zbekiston bo'ylab yuk va yo'lovchi topish uchun Telegram Mini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ABEE"/>
                </a:solidFill>
                <a:latin typeface="Calibri"/>
              </a:rPr>
              <a:t>Kim uchun?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Yuk jo'natuvchilar  •  Haydovchilar  •  Yo'lovchilar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7490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ABEE"/>
                </a:solidFill>
                <a:latin typeface="Calibri"/>
              </a:rPr>
              <a:t>Qayerda?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160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Telegram ichida — ilovani yuklamasdan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6035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t.me/duvduv_bot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ABEE"/>
                </a:solidFill>
                <a:latin typeface="Calibri"/>
              </a:rPr>
              <a:t>MUAMMO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Arial"/>
              </a:rPr>
              <a:t>Viloyatlar arasi yuk yuborish hali ham qiyin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566160" cy="38404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F172A"/>
                </a:solidFill>
                <a:latin typeface="Calibri"/>
              </a:rP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Arial"/>
              </a:rPr>
              <a:t>Haydovchi topish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290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Telegram guruhlarida saralash kerak — vaqt ketadi, ishonch yo'q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66160" cy="38404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F172A"/>
                </a:solidFill>
                <a:latin typeface="Calibri"/>
              </a:rPr>
              <a:t>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Arial"/>
              </a:rPr>
              <a:t>Manzil kelishuvi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4290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Qayerdan, qayerga, qancha — barchasi alohida muzokara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566160" cy="38404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F172A"/>
                </a:solidFill>
                <a:latin typeface="Calibri"/>
              </a:rPr>
              <a:t>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Arial"/>
              </a:rPr>
              <a:t>Xabar kutish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4290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Haydovchi topilganini bilmaysiz — doim o'zingiz tekshirasiz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ABEE"/>
                </a:solidFill>
                <a:latin typeface="Calibri"/>
              </a:rPr>
              <a:t>YECHIM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duvduv avtomatik moslashtiradi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1645920"/>
            <a:ext cx="1371600" cy="1371600"/>
          </a:xfrm>
          <a:prstGeom prst="ellipse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Jo'natuvchi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Viloyat va tuman tanlaydi, rasm yuklaydi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240280"/>
            <a:ext cx="320040" cy="54864"/>
          </a:xfrm>
          <a:prstGeom prst="rect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0" y="1645920"/>
            <a:ext cx="1371600" cy="1371600"/>
          </a:xfrm>
          <a:prstGeom prst="ellipse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691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46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duvduv 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49039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Mos haydovchini topib, ikkalasiga xabar yuboradi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240280"/>
            <a:ext cx="320040" cy="54864"/>
          </a:xfrm>
          <a:prstGeom prst="rect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1645920"/>
            <a:ext cx="1371600" cy="1371600"/>
          </a:xfrm>
          <a:prstGeom prst="ellipse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691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46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Haydovchi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749039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Marshrut belgilagan, bildirishnoma oladi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ABEE"/>
                </a:solidFill>
                <a:latin typeface="Calibri"/>
              </a:rPr>
              <a:t>JARAYON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Arial"/>
              </a:rPr>
              <a:t>4 qadamda yuk yuboring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737360"/>
            <a:ext cx="777240" cy="777240"/>
          </a:xfrm>
          <a:prstGeom prst="ellipse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Arial"/>
              </a:rPr>
              <a:t>Telegram botni oching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t.me/duvduv_bot ga kiring yoki «Қани бошладик» tugmasini bosing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057400"/>
            <a:ext cx="36576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1737360"/>
            <a:ext cx="777240" cy="777240"/>
          </a:xfrm>
          <a:prstGeom prst="ellipse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7373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88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Arial"/>
              </a:rPr>
              <a:t>Viloyat &amp; tuman tanlang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83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Qayerdan → qayerga. Yukning rasmini yuklang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057400"/>
            <a:ext cx="36576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0" y="1737360"/>
            <a:ext cx="777240" cy="777240"/>
          </a:xfrm>
          <a:prstGeom prst="ellipse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7373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88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Arial"/>
              </a:rPr>
              <a:t>E'lonni yuboring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83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Bot darhol mos haydovchilarni qidiradi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057400"/>
            <a:ext cx="36576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9840" y="1737360"/>
            <a:ext cx="777240" cy="777240"/>
          </a:xfrm>
          <a:prstGeom prst="ellipse">
            <a:avLst/>
          </a:prstGeom>
          <a:solidFill>
            <a:srgbClr val="2AA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17373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88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Arial"/>
              </a:rPr>
              <a:t>Haydovchi bog'lanadi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383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Telegram orqali to'g'ridan muloqot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  <a:latin typeface="Calibri"/>
              </a:rPr>
              <a:t>XUSUSIYATLAR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Nima bor?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6616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Xarita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Barcha e'lonlar xaritada ko'rinadi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56616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Bildirishnoma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0428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Bot mos e'lon topilsa darhol xabar yuboradi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56616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Telefon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0428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Raqamni ulashib haydovchi bilan tez bog'laning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56616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86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Rasm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07407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Yukning rasmini qo'shing — ishonch oshadi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56616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886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Marshrut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07407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Haydovchi marshrut belgilaydi — faqat mos e'lonlar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56616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886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Tezkor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407407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Telegram ichida — alohida ilova yuklamasdan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A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 Black"/>
              </a:rPr>
              <a:t>Boshlashga tayyor!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ADCFC"/>
                </a:solidFill>
                <a:latin typeface="Calibri"/>
              </a:rPr>
              <a:t>Bugun birinchi e'loningizni joylashtiring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0" y="338328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0" y="342900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ABEE"/>
                </a:solidFill>
                <a:latin typeface="Arial Black"/>
              </a:rPr>
              <a:t>t.me/duvduv_bot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Telegram • Vercel • Firebase • Railway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